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34D85-AC38-4654-AD15-69F938A67E11}" v="27" dt="2026-08-25T03:40:02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ani kumar J P" userId="fcc393e565e99ff5" providerId="LiveId" clId="{2C859108-F01A-4DE9-978D-14AFC914417A}"/>
    <pc:docChg chg="undo custSel addSld modSld">
      <pc:chgData name="Barani kumar J P" userId="fcc393e565e99ff5" providerId="LiveId" clId="{2C859108-F01A-4DE9-978D-14AFC914417A}" dt="2026-08-25T04:06:52.870" v="630" actId="255"/>
      <pc:docMkLst>
        <pc:docMk/>
      </pc:docMkLst>
      <pc:sldChg chg="addSp delSp modSp mod">
        <pc:chgData name="Barani kumar J P" userId="fcc393e565e99ff5" providerId="LiveId" clId="{2C859108-F01A-4DE9-978D-14AFC914417A}" dt="2026-08-25T04:06:52.870" v="630" actId="255"/>
        <pc:sldMkLst>
          <pc:docMk/>
          <pc:sldMk cId="3872896810" sldId="256"/>
        </pc:sldMkLst>
        <pc:spChg chg="mod">
          <ac:chgData name="Barani kumar J P" userId="fcc393e565e99ff5" providerId="LiveId" clId="{2C859108-F01A-4DE9-978D-14AFC914417A}" dt="2026-08-25T04:06:52.870" v="630" actId="255"/>
          <ac:spMkLst>
            <pc:docMk/>
            <pc:sldMk cId="3872896810" sldId="256"/>
            <ac:spMk id="4" creationId="{933A6831-9C0D-7960-3998-C05D60DFE4A6}"/>
          </ac:spMkLst>
        </pc:spChg>
        <pc:spChg chg="add del mod">
          <ac:chgData name="Barani kumar J P" userId="fcc393e565e99ff5" providerId="LiveId" clId="{2C859108-F01A-4DE9-978D-14AFC914417A}" dt="2026-08-25T04:03:53.482" v="606" actId="113"/>
          <ac:spMkLst>
            <pc:docMk/>
            <pc:sldMk cId="3872896810" sldId="256"/>
            <ac:spMk id="5" creationId="{08DBA932-0789-6392-2F6F-ABCF4B639121}"/>
          </ac:spMkLst>
        </pc:spChg>
      </pc:sldChg>
      <pc:sldChg chg="addSp modSp new mod">
        <pc:chgData name="Barani kumar J P" userId="fcc393e565e99ff5" providerId="LiveId" clId="{2C859108-F01A-4DE9-978D-14AFC914417A}" dt="2026-08-25T03:40:59.448" v="403" actId="1076"/>
        <pc:sldMkLst>
          <pc:docMk/>
          <pc:sldMk cId="270254778" sldId="257"/>
        </pc:sldMkLst>
        <pc:spChg chg="mod">
          <ac:chgData name="Barani kumar J P" userId="fcc393e565e99ff5" providerId="LiveId" clId="{2C859108-F01A-4DE9-978D-14AFC914417A}" dt="2026-08-25T03:19:46.722" v="39" actId="1076"/>
          <ac:spMkLst>
            <pc:docMk/>
            <pc:sldMk cId="270254778" sldId="257"/>
            <ac:spMk id="2" creationId="{7CCEA7AE-0D35-C3FC-3A63-4105FB1D6DB9}"/>
          </ac:spMkLst>
        </pc:spChg>
        <pc:spChg chg="mod">
          <ac:chgData name="Barani kumar J P" userId="fcc393e565e99ff5" providerId="LiveId" clId="{2C859108-F01A-4DE9-978D-14AFC914417A}" dt="2026-08-25T03:40:57.220" v="402" actId="14100"/>
          <ac:spMkLst>
            <pc:docMk/>
            <pc:sldMk cId="270254778" sldId="257"/>
            <ac:spMk id="3" creationId="{6FA19390-ACB1-4DCC-158B-BF09547A4CE9}"/>
          </ac:spMkLst>
        </pc:spChg>
        <pc:picChg chg="add mod">
          <ac:chgData name="Barani kumar J P" userId="fcc393e565e99ff5" providerId="LiveId" clId="{2C859108-F01A-4DE9-978D-14AFC914417A}" dt="2026-08-25T03:40:59.448" v="403" actId="1076"/>
          <ac:picMkLst>
            <pc:docMk/>
            <pc:sldMk cId="270254778" sldId="257"/>
            <ac:picMk id="5" creationId="{51D3F6C5-6EDE-73D9-B6F0-211248ABCDF1}"/>
          </ac:picMkLst>
        </pc:picChg>
      </pc:sldChg>
      <pc:sldChg chg="modSp new mod">
        <pc:chgData name="Barani kumar J P" userId="fcc393e565e99ff5" providerId="LiveId" clId="{2C859108-F01A-4DE9-978D-14AFC914417A}" dt="2026-08-25T03:19:32.459" v="36" actId="1076"/>
        <pc:sldMkLst>
          <pc:docMk/>
          <pc:sldMk cId="1044614208" sldId="258"/>
        </pc:sldMkLst>
        <pc:spChg chg="mod">
          <ac:chgData name="Barani kumar J P" userId="fcc393e565e99ff5" providerId="LiveId" clId="{2C859108-F01A-4DE9-978D-14AFC914417A}" dt="2026-08-25T03:19:16.160" v="32" actId="113"/>
          <ac:spMkLst>
            <pc:docMk/>
            <pc:sldMk cId="1044614208" sldId="258"/>
            <ac:spMk id="2" creationId="{D7AB0AB8-C445-9C8C-D012-4A880249FF6A}"/>
          </ac:spMkLst>
        </pc:spChg>
        <pc:spChg chg="mod">
          <ac:chgData name="Barani kumar J P" userId="fcc393e565e99ff5" providerId="LiveId" clId="{2C859108-F01A-4DE9-978D-14AFC914417A}" dt="2026-08-25T03:19:32.459" v="36" actId="1076"/>
          <ac:spMkLst>
            <pc:docMk/>
            <pc:sldMk cId="1044614208" sldId="258"/>
            <ac:spMk id="3" creationId="{57EE1825-4B4A-39F9-8421-23050B1DC139}"/>
          </ac:spMkLst>
        </pc:spChg>
      </pc:sldChg>
      <pc:sldChg chg="addSp delSp modSp new mod">
        <pc:chgData name="Barani kumar J P" userId="fcc393e565e99ff5" providerId="LiveId" clId="{2C859108-F01A-4DE9-978D-14AFC914417A}" dt="2026-08-25T03:24:03.103" v="82" actId="1076"/>
        <pc:sldMkLst>
          <pc:docMk/>
          <pc:sldMk cId="2250533843" sldId="259"/>
        </pc:sldMkLst>
        <pc:spChg chg="mod">
          <ac:chgData name="Barani kumar J P" userId="fcc393e565e99ff5" providerId="LiveId" clId="{2C859108-F01A-4DE9-978D-14AFC914417A}" dt="2026-08-25T03:21:05.616" v="47" actId="1076"/>
          <ac:spMkLst>
            <pc:docMk/>
            <pc:sldMk cId="2250533843" sldId="259"/>
            <ac:spMk id="2" creationId="{13FEC353-2862-5EDE-9EF2-D163AB8BD4D0}"/>
          </ac:spMkLst>
        </pc:spChg>
        <pc:spChg chg="mod">
          <ac:chgData name="Barani kumar J P" userId="fcc393e565e99ff5" providerId="LiveId" clId="{2C859108-F01A-4DE9-978D-14AFC914417A}" dt="2026-08-25T03:21:01.209" v="46" actId="1076"/>
          <ac:spMkLst>
            <pc:docMk/>
            <pc:sldMk cId="2250533843" sldId="259"/>
            <ac:spMk id="3" creationId="{9725197D-BA38-FE50-1BB3-5CE3B854737D}"/>
          </ac:spMkLst>
        </pc:spChg>
        <pc:picChg chg="add mod">
          <ac:chgData name="Barani kumar J P" userId="fcc393e565e99ff5" providerId="LiveId" clId="{2C859108-F01A-4DE9-978D-14AFC914417A}" dt="2026-08-25T03:24:03.103" v="82" actId="1076"/>
          <ac:picMkLst>
            <pc:docMk/>
            <pc:sldMk cId="2250533843" sldId="259"/>
            <ac:picMk id="5" creationId="{06EA474B-D764-6599-E97C-05D379D7F789}"/>
          </ac:picMkLst>
        </pc:picChg>
        <pc:picChg chg="add del mod">
          <ac:chgData name="Barani kumar J P" userId="fcc393e565e99ff5" providerId="LiveId" clId="{2C859108-F01A-4DE9-978D-14AFC914417A}" dt="2026-08-25T03:23:36.253" v="71" actId="478"/>
          <ac:picMkLst>
            <pc:docMk/>
            <pc:sldMk cId="2250533843" sldId="259"/>
            <ac:picMk id="7" creationId="{30F7011A-C24A-5828-B44B-C4786AA62A3B}"/>
          </ac:picMkLst>
        </pc:picChg>
        <pc:picChg chg="add mod">
          <ac:chgData name="Barani kumar J P" userId="fcc393e565e99ff5" providerId="LiveId" clId="{2C859108-F01A-4DE9-978D-14AFC914417A}" dt="2026-08-25T03:24:01.860" v="81" actId="1076"/>
          <ac:picMkLst>
            <pc:docMk/>
            <pc:sldMk cId="2250533843" sldId="259"/>
            <ac:picMk id="9" creationId="{F99BD2D6-AE12-EFC7-7C93-ABB170D1B7AF}"/>
          </ac:picMkLst>
        </pc:picChg>
      </pc:sldChg>
      <pc:sldChg chg="addSp modSp new mod">
        <pc:chgData name="Barani kumar J P" userId="fcc393e565e99ff5" providerId="LiveId" clId="{2C859108-F01A-4DE9-978D-14AFC914417A}" dt="2026-08-25T03:43:08.853" v="427" actId="1076"/>
        <pc:sldMkLst>
          <pc:docMk/>
          <pc:sldMk cId="1716909280" sldId="260"/>
        </pc:sldMkLst>
        <pc:spChg chg="mod">
          <ac:chgData name="Barani kumar J P" userId="fcc393e565e99ff5" providerId="LiveId" clId="{2C859108-F01A-4DE9-978D-14AFC914417A}" dt="2026-08-25T03:26:24.892" v="86" actId="2711"/>
          <ac:spMkLst>
            <pc:docMk/>
            <pc:sldMk cId="1716909280" sldId="260"/>
            <ac:spMk id="2" creationId="{5AC797BC-B289-5DD2-14D9-8A691DE13798}"/>
          </ac:spMkLst>
        </pc:spChg>
        <pc:spChg chg="mod">
          <ac:chgData name="Barani kumar J P" userId="fcc393e565e99ff5" providerId="LiveId" clId="{2C859108-F01A-4DE9-978D-14AFC914417A}" dt="2026-08-25T03:42:49.181" v="419" actId="27636"/>
          <ac:spMkLst>
            <pc:docMk/>
            <pc:sldMk cId="1716909280" sldId="260"/>
            <ac:spMk id="3" creationId="{E816E05A-40C6-6002-E6C6-C8DB15D2D197}"/>
          </ac:spMkLst>
        </pc:spChg>
        <pc:picChg chg="add mod">
          <ac:chgData name="Barani kumar J P" userId="fcc393e565e99ff5" providerId="LiveId" clId="{2C859108-F01A-4DE9-978D-14AFC914417A}" dt="2026-08-25T03:43:08.853" v="427" actId="1076"/>
          <ac:picMkLst>
            <pc:docMk/>
            <pc:sldMk cId="1716909280" sldId="260"/>
            <ac:picMk id="4" creationId="{E6FBA009-F5D7-F3B2-272D-2BDC71CB0E08}"/>
          </ac:picMkLst>
        </pc:picChg>
      </pc:sldChg>
      <pc:sldChg chg="addSp delSp modSp new mod">
        <pc:chgData name="Barani kumar J P" userId="fcc393e565e99ff5" providerId="LiveId" clId="{2C859108-F01A-4DE9-978D-14AFC914417A}" dt="2026-08-25T03:50:49.820" v="455" actId="1076"/>
        <pc:sldMkLst>
          <pc:docMk/>
          <pc:sldMk cId="3499133472" sldId="261"/>
        </pc:sldMkLst>
        <pc:spChg chg="mod">
          <ac:chgData name="Barani kumar J P" userId="fcc393e565e99ff5" providerId="LiveId" clId="{2C859108-F01A-4DE9-978D-14AFC914417A}" dt="2026-08-25T03:27:39.719" v="93" actId="2711"/>
          <ac:spMkLst>
            <pc:docMk/>
            <pc:sldMk cId="3499133472" sldId="261"/>
            <ac:spMk id="2" creationId="{9C1ECB86-84A0-C581-35CB-5FCD63C15D7C}"/>
          </ac:spMkLst>
        </pc:spChg>
        <pc:spChg chg="mod">
          <ac:chgData name="Barani kumar J P" userId="fcc393e565e99ff5" providerId="LiveId" clId="{2C859108-F01A-4DE9-978D-14AFC914417A}" dt="2026-08-25T03:47:31.580" v="444" actId="1076"/>
          <ac:spMkLst>
            <pc:docMk/>
            <pc:sldMk cId="3499133472" sldId="261"/>
            <ac:spMk id="3" creationId="{D52F51CC-7888-A5D2-535B-1FBEEFF93F59}"/>
          </ac:spMkLst>
        </pc:spChg>
        <pc:picChg chg="add del">
          <ac:chgData name="Barani kumar J P" userId="fcc393e565e99ff5" providerId="LiveId" clId="{2C859108-F01A-4DE9-978D-14AFC914417A}" dt="2026-08-25T03:43:46.320" v="430" actId="478"/>
          <ac:picMkLst>
            <pc:docMk/>
            <pc:sldMk cId="3499133472" sldId="261"/>
            <ac:picMk id="4" creationId="{58D1DB0E-079F-7319-C45C-AF78E5CAFACC}"/>
          </ac:picMkLst>
        </pc:picChg>
        <pc:picChg chg="add del">
          <ac:chgData name="Barani kumar J P" userId="fcc393e565e99ff5" providerId="LiveId" clId="{2C859108-F01A-4DE9-978D-14AFC914417A}" dt="2026-08-25T03:45:56.571" v="432" actId="478"/>
          <ac:picMkLst>
            <pc:docMk/>
            <pc:sldMk cId="3499133472" sldId="261"/>
            <ac:picMk id="6" creationId="{595863EC-48ED-F369-D570-796010E593CF}"/>
          </ac:picMkLst>
        </pc:picChg>
        <pc:picChg chg="add del mod">
          <ac:chgData name="Barani kumar J P" userId="fcc393e565e99ff5" providerId="LiveId" clId="{2C859108-F01A-4DE9-978D-14AFC914417A}" dt="2026-08-25T03:50:30.285" v="448" actId="478"/>
          <ac:picMkLst>
            <pc:docMk/>
            <pc:sldMk cId="3499133472" sldId="261"/>
            <ac:picMk id="8" creationId="{9DFD0534-531F-6F4F-0C72-01E3E6D76FFC}"/>
          </ac:picMkLst>
        </pc:picChg>
        <pc:picChg chg="add mod">
          <ac:chgData name="Barani kumar J P" userId="fcc393e565e99ff5" providerId="LiveId" clId="{2C859108-F01A-4DE9-978D-14AFC914417A}" dt="2026-08-25T03:50:49.820" v="455" actId="1076"/>
          <ac:picMkLst>
            <pc:docMk/>
            <pc:sldMk cId="3499133472" sldId="261"/>
            <ac:picMk id="10" creationId="{DB80EED9-B835-F792-1985-7EE5A084A2F9}"/>
          </ac:picMkLst>
        </pc:picChg>
      </pc:sldChg>
      <pc:sldChg chg="addSp modSp new mod">
        <pc:chgData name="Barani kumar J P" userId="fcc393e565e99ff5" providerId="LiveId" clId="{2C859108-F01A-4DE9-978D-14AFC914417A}" dt="2026-08-25T04:06:32.695" v="629" actId="1076"/>
        <pc:sldMkLst>
          <pc:docMk/>
          <pc:sldMk cId="1429209872" sldId="262"/>
        </pc:sldMkLst>
        <pc:spChg chg="mod">
          <ac:chgData name="Barani kumar J P" userId="fcc393e565e99ff5" providerId="LiveId" clId="{2C859108-F01A-4DE9-978D-14AFC914417A}" dt="2026-08-25T03:29:06.015" v="115" actId="2711"/>
          <ac:spMkLst>
            <pc:docMk/>
            <pc:sldMk cId="1429209872" sldId="262"/>
            <ac:spMk id="2" creationId="{4253B60A-D10A-DBF8-C394-8C9AF66D90A5}"/>
          </ac:spMkLst>
        </pc:spChg>
        <pc:spChg chg="mod">
          <ac:chgData name="Barani kumar J P" userId="fcc393e565e99ff5" providerId="LiveId" clId="{2C859108-F01A-4DE9-978D-14AFC914417A}" dt="2026-08-25T04:05:58.360" v="620" actId="1076"/>
          <ac:spMkLst>
            <pc:docMk/>
            <pc:sldMk cId="1429209872" sldId="262"/>
            <ac:spMk id="3" creationId="{C9EC2388-83A6-722E-D4C8-1674AC72C468}"/>
          </ac:spMkLst>
        </pc:spChg>
        <pc:picChg chg="add mod">
          <ac:chgData name="Barani kumar J P" userId="fcc393e565e99ff5" providerId="LiveId" clId="{2C859108-F01A-4DE9-978D-14AFC914417A}" dt="2026-08-25T04:06:32.695" v="629" actId="1076"/>
          <ac:picMkLst>
            <pc:docMk/>
            <pc:sldMk cId="1429209872" sldId="262"/>
            <ac:picMk id="5" creationId="{F58021C5-DE95-F5CD-BF68-249D9971BF1E}"/>
          </ac:picMkLst>
        </pc:picChg>
      </pc:sldChg>
      <pc:sldChg chg="addSp delSp modSp new mod">
        <pc:chgData name="Barani kumar J P" userId="fcc393e565e99ff5" providerId="LiveId" clId="{2C859108-F01A-4DE9-978D-14AFC914417A}" dt="2026-08-25T03:39:26.130" v="381" actId="1076"/>
        <pc:sldMkLst>
          <pc:docMk/>
          <pc:sldMk cId="2226006798" sldId="263"/>
        </pc:sldMkLst>
        <pc:spChg chg="mod">
          <ac:chgData name="Barani kumar J P" userId="fcc393e565e99ff5" providerId="LiveId" clId="{2C859108-F01A-4DE9-978D-14AFC914417A}" dt="2026-08-25T03:30:53.335" v="124" actId="1076"/>
          <ac:spMkLst>
            <pc:docMk/>
            <pc:sldMk cId="2226006798" sldId="263"/>
            <ac:spMk id="2" creationId="{21DF1B01-15CD-702D-BFC4-D0AC95E09CF6}"/>
          </ac:spMkLst>
        </pc:spChg>
        <pc:spChg chg="mod">
          <ac:chgData name="Barani kumar J P" userId="fcc393e565e99ff5" providerId="LiveId" clId="{2C859108-F01A-4DE9-978D-14AFC914417A}" dt="2026-08-25T03:32:32.520" v="268" actId="1076"/>
          <ac:spMkLst>
            <pc:docMk/>
            <pc:sldMk cId="2226006798" sldId="263"/>
            <ac:spMk id="3" creationId="{FAF099FD-52F4-33B7-21CE-B392A60D6718}"/>
          </ac:spMkLst>
        </pc:spChg>
        <pc:spChg chg="add del mod">
          <ac:chgData name="Barani kumar J P" userId="fcc393e565e99ff5" providerId="LiveId" clId="{2C859108-F01A-4DE9-978D-14AFC914417A}" dt="2026-08-25T03:32:06.837" v="263"/>
          <ac:spMkLst>
            <pc:docMk/>
            <pc:sldMk cId="2226006798" sldId="263"/>
            <ac:spMk id="4" creationId="{F27C29DC-2AD1-1D77-A539-903166DB5DCD}"/>
          </ac:spMkLst>
        </pc:spChg>
        <pc:spChg chg="add mod">
          <ac:chgData name="Barani kumar J P" userId="fcc393e565e99ff5" providerId="LiveId" clId="{2C859108-F01A-4DE9-978D-14AFC914417A}" dt="2026-08-25T03:37:57.389" v="364" actId="1076"/>
          <ac:spMkLst>
            <pc:docMk/>
            <pc:sldMk cId="2226006798" sldId="263"/>
            <ac:spMk id="5" creationId="{55E7570A-FEF8-23DD-1709-9A5C97CC5968}"/>
          </ac:spMkLst>
        </pc:spChg>
        <pc:spChg chg="add mod">
          <ac:chgData name="Barani kumar J P" userId="fcc393e565e99ff5" providerId="LiveId" clId="{2C859108-F01A-4DE9-978D-14AFC914417A}" dt="2026-08-25T03:39:00.249" v="374" actId="1076"/>
          <ac:spMkLst>
            <pc:docMk/>
            <pc:sldMk cId="2226006798" sldId="263"/>
            <ac:spMk id="6" creationId="{C402969D-8AF6-A6EC-99EF-485E32184936}"/>
          </ac:spMkLst>
        </pc:spChg>
        <pc:spChg chg="add mod">
          <ac:chgData name="Barani kumar J P" userId="fcc393e565e99ff5" providerId="LiveId" clId="{2C859108-F01A-4DE9-978D-14AFC914417A}" dt="2026-08-25T03:38:15.501" v="369" actId="1076"/>
          <ac:spMkLst>
            <pc:docMk/>
            <pc:sldMk cId="2226006798" sldId="263"/>
            <ac:spMk id="7" creationId="{4E7B2CF2-C656-2006-F8D8-7852E469803A}"/>
          </ac:spMkLst>
        </pc:spChg>
        <pc:spChg chg="add mod">
          <ac:chgData name="Barani kumar J P" userId="fcc393e565e99ff5" providerId="LiveId" clId="{2C859108-F01A-4DE9-978D-14AFC914417A}" dt="2026-08-25T03:38:12.819" v="368" actId="1076"/>
          <ac:spMkLst>
            <pc:docMk/>
            <pc:sldMk cId="2226006798" sldId="263"/>
            <ac:spMk id="8" creationId="{EEED0AF6-9BC3-C7B4-C114-6608DB0E0162}"/>
          </ac:spMkLst>
        </pc:spChg>
        <pc:spChg chg="add mod">
          <ac:chgData name="Barani kumar J P" userId="fcc393e565e99ff5" providerId="LiveId" clId="{2C859108-F01A-4DE9-978D-14AFC914417A}" dt="2026-08-25T03:38:09.770" v="367" actId="1076"/>
          <ac:spMkLst>
            <pc:docMk/>
            <pc:sldMk cId="2226006798" sldId="263"/>
            <ac:spMk id="9" creationId="{713FA5E0-1A9F-5F4E-0947-4AA3183E1238}"/>
          </ac:spMkLst>
        </pc:spChg>
        <pc:spChg chg="add del mod">
          <ac:chgData name="Barani kumar J P" userId="fcc393e565e99ff5" providerId="LiveId" clId="{2C859108-F01A-4DE9-978D-14AFC914417A}" dt="2026-08-25T03:38:58.394" v="373" actId="478"/>
          <ac:spMkLst>
            <pc:docMk/>
            <pc:sldMk cId="2226006798" sldId="263"/>
            <ac:spMk id="10" creationId="{5DA897F6-C434-D9ED-BEAE-C5FA7054F492}"/>
          </ac:spMkLst>
        </pc:spChg>
        <pc:spChg chg="add mod">
          <ac:chgData name="Barani kumar J P" userId="fcc393e565e99ff5" providerId="LiveId" clId="{2C859108-F01A-4DE9-978D-14AFC914417A}" dt="2026-08-25T03:38:31.678" v="371" actId="1076"/>
          <ac:spMkLst>
            <pc:docMk/>
            <pc:sldMk cId="2226006798" sldId="263"/>
            <ac:spMk id="11" creationId="{396C477E-C1C2-D69D-E516-B6BA9282CC09}"/>
          </ac:spMkLst>
        </pc:spChg>
        <pc:spChg chg="add del">
          <ac:chgData name="Barani kumar J P" userId="fcc393e565e99ff5" providerId="LiveId" clId="{2C859108-F01A-4DE9-978D-14AFC914417A}" dt="2026-08-25T03:39:12.788" v="377" actId="478"/>
          <ac:spMkLst>
            <pc:docMk/>
            <pc:sldMk cId="2226006798" sldId="263"/>
            <ac:spMk id="12" creationId="{8D1A8DA6-4825-E299-AA4E-D6CBEDBFB557}"/>
          </ac:spMkLst>
        </pc:spChg>
        <pc:spChg chg="add mod">
          <ac:chgData name="Barani kumar J P" userId="fcc393e565e99ff5" providerId="LiveId" clId="{2C859108-F01A-4DE9-978D-14AFC914417A}" dt="2026-08-25T03:39:10.660" v="376" actId="1076"/>
          <ac:spMkLst>
            <pc:docMk/>
            <pc:sldMk cId="2226006798" sldId="263"/>
            <ac:spMk id="14" creationId="{1A3133D3-9A15-6EF7-85B6-A563BBB07C71}"/>
          </ac:spMkLst>
        </pc:spChg>
        <pc:spChg chg="add mod">
          <ac:chgData name="Barani kumar J P" userId="fcc393e565e99ff5" providerId="LiveId" clId="{2C859108-F01A-4DE9-978D-14AFC914417A}" dt="2026-08-25T03:39:19.232" v="379" actId="1076"/>
          <ac:spMkLst>
            <pc:docMk/>
            <pc:sldMk cId="2226006798" sldId="263"/>
            <ac:spMk id="16" creationId="{F9733327-1CDA-7227-3392-1D6389BF580C}"/>
          </ac:spMkLst>
        </pc:spChg>
        <pc:spChg chg="add mod">
          <ac:chgData name="Barani kumar J P" userId="fcc393e565e99ff5" providerId="LiveId" clId="{2C859108-F01A-4DE9-978D-14AFC914417A}" dt="2026-08-25T03:39:26.130" v="381" actId="1076"/>
          <ac:spMkLst>
            <pc:docMk/>
            <pc:sldMk cId="2226006798" sldId="263"/>
            <ac:spMk id="18" creationId="{D42E7E0E-911B-C1B6-AD06-697276984255}"/>
          </ac:spMkLst>
        </pc:spChg>
      </pc:sldChg>
      <pc:sldChg chg="modSp new mod">
        <pc:chgData name="Barani kumar J P" userId="fcc393e565e99ff5" providerId="LiveId" clId="{2C859108-F01A-4DE9-978D-14AFC914417A}" dt="2026-08-25T03:40:47.690" v="401" actId="14100"/>
        <pc:sldMkLst>
          <pc:docMk/>
          <pc:sldMk cId="3956103110" sldId="264"/>
        </pc:sldMkLst>
        <pc:spChg chg="mod">
          <ac:chgData name="Barani kumar J P" userId="fcc393e565e99ff5" providerId="LiveId" clId="{2C859108-F01A-4DE9-978D-14AFC914417A}" dt="2026-08-25T03:40:08.687" v="386" actId="2711"/>
          <ac:spMkLst>
            <pc:docMk/>
            <pc:sldMk cId="3956103110" sldId="264"/>
            <ac:spMk id="2" creationId="{2939FB75-B408-B6E2-7B70-F85C1B7E09EF}"/>
          </ac:spMkLst>
        </pc:spChg>
        <pc:spChg chg="mod">
          <ac:chgData name="Barani kumar J P" userId="fcc393e565e99ff5" providerId="LiveId" clId="{2C859108-F01A-4DE9-978D-14AFC914417A}" dt="2026-08-25T03:40:47.690" v="401" actId="14100"/>
          <ac:spMkLst>
            <pc:docMk/>
            <pc:sldMk cId="3956103110" sldId="264"/>
            <ac:spMk id="3" creationId="{B9DBD51C-4821-8F2C-FD1B-A3BC22524CDB}"/>
          </ac:spMkLst>
        </pc:spChg>
      </pc:sldChg>
      <pc:sldChg chg="addSp delSp modSp new mod">
        <pc:chgData name="Barani kumar J P" userId="fcc393e565e99ff5" providerId="LiveId" clId="{2C859108-F01A-4DE9-978D-14AFC914417A}" dt="2026-08-25T04:04:45.272" v="613" actId="14100"/>
        <pc:sldMkLst>
          <pc:docMk/>
          <pc:sldMk cId="2518654045" sldId="265"/>
        </pc:sldMkLst>
        <pc:spChg chg="del">
          <ac:chgData name="Barani kumar J P" userId="fcc393e565e99ff5" providerId="LiveId" clId="{2C859108-F01A-4DE9-978D-14AFC914417A}" dt="2026-08-25T03:41:20.348" v="405" actId="478"/>
          <ac:spMkLst>
            <pc:docMk/>
            <pc:sldMk cId="2518654045" sldId="265"/>
            <ac:spMk id="2" creationId="{F7486AE2-D8DC-F7B2-7306-717FA9569215}"/>
          </ac:spMkLst>
        </pc:spChg>
        <pc:spChg chg="del">
          <ac:chgData name="Barani kumar J P" userId="fcc393e565e99ff5" providerId="LiveId" clId="{2C859108-F01A-4DE9-978D-14AFC914417A}" dt="2026-08-25T04:04:26.721" v="607" actId="931"/>
          <ac:spMkLst>
            <pc:docMk/>
            <pc:sldMk cId="2518654045" sldId="265"/>
            <ac:spMk id="3" creationId="{E92F401C-FBC1-9282-4BE8-FB8B8C9A0A8A}"/>
          </ac:spMkLst>
        </pc:spChg>
        <pc:picChg chg="add mod ord">
          <ac:chgData name="Barani kumar J P" userId="fcc393e565e99ff5" providerId="LiveId" clId="{2C859108-F01A-4DE9-978D-14AFC914417A}" dt="2026-08-25T04:04:45.272" v="613" actId="14100"/>
          <ac:picMkLst>
            <pc:docMk/>
            <pc:sldMk cId="2518654045" sldId="265"/>
            <ac:picMk id="5" creationId="{C38BEF57-BB13-7BE4-1120-CFFEFC7D05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D727-DBEC-24E2-20DE-AFF1331EB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91DF1-A8D7-3425-03BF-7F8AB69E3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E53DD-DCAD-3CC4-AD19-5C48A8D3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D9F32-5522-8655-D6F2-9EBC562E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EBA26-9E98-5BE8-CCF5-889CDB02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49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CACD-3118-73CB-28E8-FAC87B56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2018B-30E8-F124-1B63-C33A4B307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27976-A3BA-4EF5-6E62-04AF9867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3E60A-29C3-84D0-A9B4-FA39E19F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CFA8E-0FCF-F3E9-FE76-EF527AC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23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D509-67E3-BAF6-2362-9ECA4C61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39E8B-A65C-7E8C-429E-542596902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1A64F-0354-EE3A-E351-A6320EF8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DC9E1-A96D-2716-0EEB-B3374875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EB4D-B39F-68D3-1BF8-B264749B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99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A60C-97CA-60AC-78F5-1912BDC7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915A-7A30-CAA8-7DBD-D3183E3EE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3877D-335A-E1E9-A13C-D71A7F05B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010E-15B4-FB26-6C0B-7A60EFE2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D887F-DEF5-F14F-43DC-143C7A9C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B91CB-F9A3-176E-B8D0-83307945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40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DDC4-DB16-2EB4-DC4A-39018ACD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11D5F-16F7-C72A-F38F-8BAEBB286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B8F48-647B-4323-EAA9-DBDEF1EE7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E2F62-059D-DA00-9EE3-5F4D3DB9E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E526A-B7FC-30B2-CC7B-853579D58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48E3C-3547-21DD-2BD3-6BAFA9DF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EF7B8-B935-4873-D422-F0C72E93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C3A2D-7B73-9357-98A7-E86253A6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90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775F-A15D-E4D6-8052-95DE8AA0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FE997-C0D2-0F14-AADC-71642788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3C623-8DDC-FF8E-6D0D-63C92E5F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D42D7-E451-D205-9E24-658BD188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2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AAE563-ED14-9717-96A6-523CBA44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491DA-EB98-D816-DCC5-76DF1726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E372E-64A5-7CD2-ACF9-2A904575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26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2191-0EB6-2B2F-9154-E498DD7A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D247-2918-F939-760F-670C4A83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57B07-7CA2-0F64-5FFC-33473D66E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2F9B4-D173-068F-40FB-F8652C1F5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45190-A63C-254F-DC3D-EA07C179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82059-2608-9539-96B7-2DDDBB41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9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608E-CD7A-C540-8398-C9123778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6D655-3361-0C3B-8A59-84EAAB077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DE026-5D29-ED80-4265-23EA71F6C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E357C-976F-5FFD-26D5-895560F0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5F21B-C22F-FC36-FCDE-DB583F22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5F808-7395-6D14-E292-436F7A60F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461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715E-1265-3942-F7AF-7D15BDA8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EF607-2C13-2CF1-4991-2EC1B90CC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1D317-9579-43AD-7A38-1AF3C7CC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23087-FB1E-3614-411A-18F26399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1DE59-8AA3-B932-86BA-B99F0EE3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15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1B28F-17D9-0D44-28AD-FE4B21B94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FC754-5EB0-2AEC-9491-227D0DA9C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59F74-6366-5535-3E34-66738E65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5A8EB-CC96-1E60-ED08-38D409CD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A6F4-212B-F54B-CF44-5E57DE32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87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88D9B-BBD1-7740-C59D-1CF8A8989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CB5EC-630C-C538-6ECB-A2D0097CB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1C526-A80F-F77D-4610-9FC9AD49E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83B88-08E3-42C1-AE1F-73C334D2E9D0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EDA86-9C49-987F-E3F6-3102499D3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5540-8692-1D1F-4BA2-924A195C1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14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E688-62F2-96AC-E074-EBDA7A6FD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5948" y="1944639"/>
            <a:ext cx="8131277" cy="1128252"/>
          </a:xfrm>
        </p:spPr>
        <p:txBody>
          <a:bodyPr>
            <a:noAutofit/>
          </a:bodyPr>
          <a:lstStyle/>
          <a:p>
            <a:r>
              <a:rPr lang="en-IN" sz="5000" b="1" dirty="0">
                <a:latin typeface="Agency FB" panose="020B0503020202020204" pitchFamily="34" charset="0"/>
              </a:rPr>
              <a:t>Goal-Based Agent for Healthcare Diagnosis</a:t>
            </a:r>
            <a:endParaRPr lang="en-IN" sz="5000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9185-CC95-43C8-4FE0-86BD9E6AA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413" y="3564362"/>
            <a:ext cx="12260826" cy="643040"/>
          </a:xfrm>
        </p:spPr>
        <p:txBody>
          <a:bodyPr/>
          <a:lstStyle/>
          <a:p>
            <a:r>
              <a:rPr lang="en-US" dirty="0">
                <a:latin typeface="Agency FB" panose="020B0503020202020204" pitchFamily="34" charset="0"/>
              </a:rPr>
              <a:t>Technical Presentation-CSA1712 Artificial Intelligence</a:t>
            </a: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A6831-9C0D-7960-3998-C05D60DFE4A6}"/>
              </a:ext>
            </a:extLst>
          </p:cNvPr>
          <p:cNvSpPr txBox="1"/>
          <p:nvPr/>
        </p:nvSpPr>
        <p:spPr>
          <a:xfrm>
            <a:off x="776748" y="4701644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gency FB" panose="020B0503020202020204" pitchFamily="34" charset="0"/>
              </a:rPr>
              <a:t>STUDENTS DETAILS:</a:t>
            </a:r>
          </a:p>
          <a:p>
            <a:r>
              <a:rPr lang="en-US" dirty="0">
                <a:latin typeface="Agency FB" panose="020B0503020202020204" pitchFamily="34" charset="0"/>
              </a:rPr>
              <a:t>AJAY J -192511016</a:t>
            </a:r>
          </a:p>
          <a:p>
            <a:r>
              <a:rPr lang="en-IN" dirty="0">
                <a:latin typeface="Agency FB" panose="020B0503020202020204" pitchFamily="34" charset="0"/>
                <a:cs typeface="Times New Roman" panose="02020603050405020304" pitchFamily="18" charset="0"/>
              </a:rPr>
              <a:t>Ayyan </a:t>
            </a:r>
            <a:r>
              <a:rPr lang="en-IN" dirty="0" err="1">
                <a:latin typeface="Agency FB" panose="020B0503020202020204" pitchFamily="34" charset="0"/>
                <a:cs typeface="Times New Roman" panose="02020603050405020304" pitchFamily="18" charset="0"/>
              </a:rPr>
              <a:t>Abhisheshan</a:t>
            </a:r>
            <a:r>
              <a:rPr lang="en-IN" dirty="0">
                <a:latin typeface="Agency FB" panose="020B0503020202020204" pitchFamily="34" charset="0"/>
                <a:cs typeface="Times New Roman" panose="02020603050405020304" pitchFamily="18" charset="0"/>
              </a:rPr>
              <a:t> (192411102)</a:t>
            </a: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BA932-0789-6392-2F6F-ABCF4B639121}"/>
              </a:ext>
            </a:extLst>
          </p:cNvPr>
          <p:cNvSpPr txBox="1"/>
          <p:nvPr/>
        </p:nvSpPr>
        <p:spPr>
          <a:xfrm>
            <a:off x="8160775" y="4698873"/>
            <a:ext cx="2944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GUIDED BY:</a:t>
            </a:r>
          </a:p>
          <a:p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Dr.R.VEERAMANI</a:t>
            </a:r>
            <a:endParaRPr lang="en-US" dirty="0">
              <a:latin typeface="Agency FB" panose="020B0503020202020204" pitchFamily="34" charset="0"/>
            </a:endParaRPr>
          </a:p>
          <a:p>
            <a:endParaRPr lang="en-IN" b="1" dirty="0">
              <a:latin typeface="Agency FB" panose="020B05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03F31-5E0D-8C2A-8030-7B6D5516E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8" b="21797"/>
          <a:stretch>
            <a:fillRect/>
          </a:stretch>
        </p:blipFill>
        <p:spPr>
          <a:xfrm>
            <a:off x="1" y="19687"/>
            <a:ext cx="12192000" cy="14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9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A7AE-0D35-C3FC-3A63-4105FB1D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5" y="534448"/>
            <a:ext cx="10515600" cy="1325563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Introduction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9390-ACB1-4DCC-158B-BF09547A4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432" y="1742485"/>
            <a:ext cx="6418007" cy="4351338"/>
          </a:xfrm>
        </p:spPr>
        <p:txBody>
          <a:bodyPr/>
          <a:lstStyle/>
          <a:p>
            <a:pPr lvl="0"/>
            <a:r>
              <a:rPr lang="en-IN" dirty="0">
                <a:latin typeface="Agency FB" panose="020B0503020202020204" pitchFamily="34" charset="0"/>
              </a:rPr>
              <a:t>Artificial Intelligence is increasingly used in healthcare.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A </a:t>
            </a:r>
            <a:r>
              <a:rPr lang="en-IN" b="1" dirty="0">
                <a:latin typeface="Agency FB" panose="020B0503020202020204" pitchFamily="34" charset="0"/>
              </a:rPr>
              <a:t>Goal-Based Agent</a:t>
            </a:r>
            <a:r>
              <a:rPr lang="en-IN" dirty="0">
                <a:latin typeface="Agency FB" panose="020B0503020202020204" pitchFamily="34" charset="0"/>
              </a:rPr>
              <a:t> makes decisions by working toward a specific goal.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In healthcare, the main goal can be </a:t>
            </a:r>
            <a:r>
              <a:rPr lang="en-IN" b="1" dirty="0">
                <a:latin typeface="Agency FB" panose="020B0503020202020204" pitchFamily="34" charset="0"/>
              </a:rPr>
              <a:t>accurate diagnosis and selection of a suitable treatment pathway</a:t>
            </a:r>
            <a:r>
              <a:rPr lang="en-IN" dirty="0">
                <a:latin typeface="Agency FB" panose="020B0503020202020204" pitchFamily="34" charset="0"/>
              </a:rPr>
              <a:t>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</a:t>
            </a:r>
            <a:r>
              <a:rPr lang="en-IN" dirty="0" err="1">
                <a:latin typeface="Agency FB" panose="020B0503020202020204" pitchFamily="34" charset="0"/>
              </a:rPr>
              <a:t>analyzes</a:t>
            </a:r>
            <a:r>
              <a:rPr lang="en-IN" dirty="0">
                <a:latin typeface="Agency FB" panose="020B0503020202020204" pitchFamily="34" charset="0"/>
              </a:rPr>
              <a:t> patient information and evaluates possible actions.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3F6C5-6EDE-73D9-B6F0-211248ABC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326" y="2047337"/>
            <a:ext cx="4091447" cy="276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B0AB8-C445-9C8C-D012-4A880249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Abstract</a:t>
            </a:r>
            <a:endParaRPr lang="en-IN" b="1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1825-4B4A-39F9-8421-23050B1DC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767911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gency FB" panose="020B0503020202020204" pitchFamily="34" charset="0"/>
              </a:rPr>
              <a:t>A </a:t>
            </a:r>
            <a:r>
              <a:rPr lang="en-IN" b="1" dirty="0">
                <a:latin typeface="Agency FB" panose="020B0503020202020204" pitchFamily="34" charset="0"/>
              </a:rPr>
              <a:t>Goal-Based Agent for Healthcare Diagnosis</a:t>
            </a:r>
            <a:r>
              <a:rPr lang="en-IN" dirty="0">
                <a:latin typeface="Agency FB" panose="020B0503020202020204" pitchFamily="34" charset="0"/>
              </a:rPr>
              <a:t> is an artificial intelligence system designed to support healthcare professionals in making accurate and data-driven decisions. The agent collects and </a:t>
            </a:r>
            <a:r>
              <a:rPr lang="en-IN" dirty="0" err="1">
                <a:latin typeface="Agency FB" panose="020B0503020202020204" pitchFamily="34" charset="0"/>
              </a:rPr>
              <a:t>analyzes</a:t>
            </a:r>
            <a:r>
              <a:rPr lang="en-IN" dirty="0">
                <a:latin typeface="Agency FB" panose="020B0503020202020204" pitchFamily="34" charset="0"/>
              </a:rPr>
              <a:t> patient information such as symptoms, medical history, vital signs, and laboratory results to achieve specific diagnostic goals. Using decision-making logic, it evaluates possible diagnoses and compares suitable treatment pathways based on the available data. The system follows a structured data pipeline from patient data collection to diagnosis and treatment recommendation. By providing fast and systematic analysis, the goal-based agent can assist doctors in improving diagnostic efficiency, personalized care, and treatment planning.</a:t>
            </a:r>
          </a:p>
        </p:txBody>
      </p:sp>
    </p:spTree>
    <p:extLst>
      <p:ext uri="{BB962C8B-B14F-4D97-AF65-F5344CB8AC3E}">
        <p14:creationId xmlns:p14="http://schemas.microsoft.com/office/powerpoint/2010/main" val="104461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C353-2862-5EDE-9EF2-D163AB8B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483112"/>
            <a:ext cx="10515600" cy="1325563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Objectives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5197D-BA38-FE50-1BB3-5CE3B854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1953444"/>
            <a:ext cx="7116097" cy="4351338"/>
          </a:xfrm>
        </p:spPr>
        <p:txBody>
          <a:bodyPr/>
          <a:lstStyle/>
          <a:p>
            <a:pPr lvl="0"/>
            <a:r>
              <a:rPr lang="en-IN" dirty="0" err="1">
                <a:latin typeface="Agency FB" panose="020B0503020202020204" pitchFamily="34" charset="0"/>
              </a:rPr>
              <a:t>Analyze</a:t>
            </a:r>
            <a:r>
              <a:rPr lang="en-IN" dirty="0">
                <a:latin typeface="Agency FB" panose="020B0503020202020204" pitchFamily="34" charset="0"/>
              </a:rPr>
              <a:t> patient data efficiently.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Set appropriate diagnostic goals.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Identify possible diseases or conditions.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Compare different treatment options.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Select the most suitable treatment pathway.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Support doctors in decision-making.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Reduce errors and improve healthcare efficiency.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A474B-D764-6599-E97C-05D379D7F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716" y="863625"/>
            <a:ext cx="3880784" cy="232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9BD2D6-AE12-EFC7-7C93-ABB170D1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716" y="3664974"/>
            <a:ext cx="3999272" cy="232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3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97BC-B289-5DD2-14D9-8A691DE1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Patient Data &amp; Information Processing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6E05A-40C6-6002-E6C6-C8DB15D2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8" y="1835458"/>
            <a:ext cx="6437671" cy="4351338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Agency FB" panose="020B0503020202020204" pitchFamily="34" charset="0"/>
              </a:rPr>
              <a:t>The agent collects different types of patient information, including: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Symptoms and complaints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Medical history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Vital signs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Laboratory test results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Medical reports</a:t>
            </a:r>
          </a:p>
          <a:p>
            <a:r>
              <a:rPr lang="en-IN" dirty="0">
                <a:latin typeface="Agency FB" panose="020B0503020202020204" pitchFamily="34" charset="0"/>
              </a:rPr>
              <a:t>The collected data is processed and </a:t>
            </a:r>
            <a:r>
              <a:rPr lang="en-IN" dirty="0" err="1">
                <a:latin typeface="Agency FB" panose="020B0503020202020204" pitchFamily="34" charset="0"/>
              </a:rPr>
              <a:t>analyzed</a:t>
            </a:r>
            <a:r>
              <a:rPr lang="en-IN" dirty="0">
                <a:latin typeface="Agency FB" panose="020B0503020202020204" pitchFamily="34" charset="0"/>
              </a:rPr>
              <a:t> to identify important patterns and information required for diagnosis.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4" name="Picture 3" descr="https://images.openai.com/static-rsc-4/kNp4XzWYXs0b3Zl-iDHb2OVILKVDBIMtKMF3adriB40e9YNtaJ5Ev8dyCmbIyOaFPKfYq4uWanHoJ-m4Et4wm2CbdOaC_E44OiJ669sfqXUCYgGaRZ-56jOFt_sRvf6EYQ64UKsfyI8TsmDt9RFhoWmoEwvohCr5OLIt-WmnXsM-RKBoYFDwqZSwEWvP94kN?purpose=fullsize">
            <a:extLst>
              <a:ext uri="{FF2B5EF4-FFF2-40B4-BE49-F238E27FC236}">
                <a16:creationId xmlns:a16="http://schemas.microsoft.com/office/drawing/2014/main" id="{E6FBA009-F5D7-F3B2-272D-2BDC71CB0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278" y="1193288"/>
            <a:ext cx="5437238" cy="529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0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CB86-84A0-C581-35CB-5FCD63C1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Goal-Based Diagnosis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51CC-7888-A5D2-535B-1FBEEFF93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74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Agency FB" panose="020B0503020202020204" pitchFamily="34" charset="0"/>
              </a:rPr>
              <a:t>Setting Diagnostic Goals</a:t>
            </a:r>
          </a:p>
          <a:p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first establishes a specific diagnostic goal.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It evaluates the patient's symptoms and medical information.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Multiple possible diagnoses can be considered.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Each possibility is evaluated using available evidence.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selects the most appropriate diagnostic outcome based on the defined goal.</a:t>
            </a:r>
          </a:p>
          <a:p>
            <a:pPr lvl="0"/>
            <a:endParaRPr lang="en-IN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Agency FB" panose="020B0503020202020204" pitchFamily="34" charset="0"/>
              </a:rPr>
              <a:t> </a:t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 </a:t>
            </a:r>
            <a:r>
              <a:rPr lang="en-IN" b="1" dirty="0">
                <a:latin typeface="Agency FB" panose="020B0503020202020204" pitchFamily="34" charset="0"/>
              </a:rPr>
              <a:t>Fever + Cough + Test Results → Evaluate Possible Conditions → Identify Most Likely Condition</a:t>
            </a:r>
            <a:endParaRPr lang="en-IN" dirty="0">
              <a:latin typeface="Agency FB" panose="020B0503020202020204" pitchFamily="34" charset="0"/>
            </a:endParaRP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80EED9-B835-F792-1985-7EE5A084A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45" y="620764"/>
            <a:ext cx="5320481" cy="316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3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B60A-D10A-DBF8-C394-8C9AF66D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Decision-Making &amp; Treatment Selection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2388-83A6-722E-D4C8-1674AC72C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3" y="1908637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>
                <a:latin typeface="Agency FB" panose="020B0503020202020204" pitchFamily="34" charset="0"/>
              </a:rPr>
              <a:t>Selecting the Optimal Treatment Pathway</a:t>
            </a:r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evaluates possible treatment options.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It considers patient-specific information and diagnostic results.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Different pathways are compared using decision-making logic.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most suitable pathway is selected as a recommendation.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recommendation can then be reviewed by a healthcare professional.</a:t>
            </a:r>
          </a:p>
          <a:p>
            <a:r>
              <a:rPr lang="en-IN" b="1" dirty="0">
                <a:latin typeface="Agency FB" panose="020B0503020202020204" pitchFamily="34" charset="0"/>
              </a:rPr>
              <a:t>Flow:</a:t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1" dirty="0">
                <a:latin typeface="Agency FB" panose="020B0503020202020204" pitchFamily="34" charset="0"/>
              </a:rPr>
              <a:t>Diagnosis → Evaluate Options → Compare Pathways → Recommended Treatment</a:t>
            </a:r>
            <a:endParaRPr lang="en-IN" dirty="0">
              <a:latin typeface="Agency FB" panose="020B0503020202020204" pitchFamily="34" charset="0"/>
            </a:endParaRP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021C5-DE95-F5CD-BF68-249D9971B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852" y="1347020"/>
            <a:ext cx="4286865" cy="31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0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1B01-15CD-702D-BFC4-D0AC95E0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129150"/>
            <a:ext cx="10515600" cy="1325563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Data Pipeline &amp; Applications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99FD-52F4-33B7-21CE-B392A60D6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2615380"/>
            <a:ext cx="6178345" cy="44590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gency FB" panose="020B0503020202020204" pitchFamily="34" charset="0"/>
              </a:rPr>
              <a:t>Applications:</a:t>
            </a:r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Clinical decision support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Disease diagnosis assistance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Patient risk assessment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Treatment planning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Personalized healthcare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Early detection support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7570A-FEF8-23DD-1709-9A5C97CC5968}"/>
              </a:ext>
            </a:extLst>
          </p:cNvPr>
          <p:cNvSpPr txBox="1"/>
          <p:nvPr/>
        </p:nvSpPr>
        <p:spPr>
          <a:xfrm>
            <a:off x="305106" y="1464158"/>
            <a:ext cx="1492047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Data Collection</a:t>
            </a:r>
          </a:p>
          <a:p>
            <a:endParaRPr lang="en-IN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2969D-8AF6-A6EC-99EF-485E32184936}"/>
              </a:ext>
            </a:extLst>
          </p:cNvPr>
          <p:cNvSpPr txBox="1"/>
          <p:nvPr/>
        </p:nvSpPr>
        <p:spPr>
          <a:xfrm>
            <a:off x="2501542" y="1452961"/>
            <a:ext cx="1809135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  Data Processing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B2CF2-C656-2006-F8D8-7852E469803A}"/>
              </a:ext>
            </a:extLst>
          </p:cNvPr>
          <p:cNvSpPr txBox="1"/>
          <p:nvPr/>
        </p:nvSpPr>
        <p:spPr>
          <a:xfrm>
            <a:off x="5015219" y="1452961"/>
            <a:ext cx="1209367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   Analysis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D0AF6-9BC3-C7B4-C114-6608DB0E0162}"/>
              </a:ext>
            </a:extLst>
          </p:cNvPr>
          <p:cNvSpPr txBox="1"/>
          <p:nvPr/>
        </p:nvSpPr>
        <p:spPr>
          <a:xfrm>
            <a:off x="6951099" y="1454712"/>
            <a:ext cx="1494503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b="1" dirty="0">
                <a:latin typeface="Agency FB" panose="020B0503020202020204" pitchFamily="34" charset="0"/>
              </a:rPr>
              <a:t> Decision Making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FA5E0-1A9F-5F4E-0947-4AA3183E1238}"/>
              </a:ext>
            </a:extLst>
          </p:cNvPr>
          <p:cNvSpPr txBox="1"/>
          <p:nvPr/>
        </p:nvSpPr>
        <p:spPr>
          <a:xfrm>
            <a:off x="9112657" y="1454712"/>
            <a:ext cx="1986117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    Recommendation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6C477E-C1C2-D69D-E516-B6BA9282CC09}"/>
              </a:ext>
            </a:extLst>
          </p:cNvPr>
          <p:cNvSpPr/>
          <p:nvPr/>
        </p:nvSpPr>
        <p:spPr>
          <a:xfrm>
            <a:off x="4416678" y="1866340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A3133D3-9A15-6EF7-85B6-A563BBB07C71}"/>
              </a:ext>
            </a:extLst>
          </p:cNvPr>
          <p:cNvSpPr/>
          <p:nvPr/>
        </p:nvSpPr>
        <p:spPr>
          <a:xfrm>
            <a:off x="1924817" y="1817211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9733327-1CDA-7227-3392-1D6389BF580C}"/>
              </a:ext>
            </a:extLst>
          </p:cNvPr>
          <p:cNvSpPr/>
          <p:nvPr/>
        </p:nvSpPr>
        <p:spPr>
          <a:xfrm>
            <a:off x="6405330" y="1866340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42E7E0E-911B-C1B6-AD06-697276984255}"/>
              </a:ext>
            </a:extLst>
          </p:cNvPr>
          <p:cNvSpPr/>
          <p:nvPr/>
        </p:nvSpPr>
        <p:spPr>
          <a:xfrm>
            <a:off x="8659452" y="1866339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00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FB75-B408-B6E2-7B70-F85C1B7E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Advantages &amp; Conclusion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BD51C-4821-8F2C-FD1B-A3BC22524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406013"/>
            <a:ext cx="10343535" cy="50868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Agency FB" panose="020B0503020202020204" pitchFamily="34" charset="0"/>
              </a:rPr>
              <a:t>Advantages</a:t>
            </a:r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Faster analysis of patient information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Supports data-driven decisions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Helps compare treatment options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Can support personalized care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Reduces repetitive analysis </a:t>
            </a:r>
          </a:p>
          <a:p>
            <a:pPr lvl="0"/>
            <a:endParaRPr lang="en-IN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gency FB" panose="020B0503020202020204" pitchFamily="34" charset="0"/>
              </a:rPr>
              <a:t> Conclusion:</a:t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A goal-based agent combines </a:t>
            </a:r>
            <a:r>
              <a:rPr lang="en-IN" b="1" dirty="0">
                <a:latin typeface="Agency FB" panose="020B0503020202020204" pitchFamily="34" charset="0"/>
              </a:rPr>
              <a:t>patient data, diagnostic goals, and decision-making logic</a:t>
            </a:r>
            <a:r>
              <a:rPr lang="en-IN" dirty="0">
                <a:latin typeface="Agency FB" panose="020B0503020202020204" pitchFamily="34" charset="0"/>
              </a:rPr>
              <a:t> to support healthcare diagnosis and treatment planning. It can improve the efficiency of clinical decision support while keeping the final medical decision under the supervision of qualified healthcare professionals.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03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BEF57-BB13-7BE4-1120-CFFEFC7D0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5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527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Agency FB</vt:lpstr>
      <vt:lpstr>Aptos</vt:lpstr>
      <vt:lpstr>Aptos Display</vt:lpstr>
      <vt:lpstr>Arial</vt:lpstr>
      <vt:lpstr>Office Theme</vt:lpstr>
      <vt:lpstr>Goal-Based Agent for Healthcare Diagnosis</vt:lpstr>
      <vt:lpstr>Introduction </vt:lpstr>
      <vt:lpstr>Abstract</vt:lpstr>
      <vt:lpstr>Objectives </vt:lpstr>
      <vt:lpstr>Patient Data &amp; Information Processing </vt:lpstr>
      <vt:lpstr>Goal-Based Diagnosis </vt:lpstr>
      <vt:lpstr>Decision-Making &amp; Treatment Selection </vt:lpstr>
      <vt:lpstr>Data Pipeline &amp; Applications </vt:lpstr>
      <vt:lpstr>Advantages &amp;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Barani kumar J P</dc:creator>
  <cp:lastModifiedBy>ajayjeeva9813@outlook.com</cp:lastModifiedBy>
  <cp:revision>2</cp:revision>
  <dcterms:created xsi:type="dcterms:W3CDTF">2026-08-25T03:16:06Z</dcterms:created>
  <dcterms:modified xsi:type="dcterms:W3CDTF">2026-09-01T03:01:52Z</dcterms:modified>
</cp:coreProperties>
</file>